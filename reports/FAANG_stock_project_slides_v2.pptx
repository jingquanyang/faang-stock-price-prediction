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report: /mnt/data/Final Project Report.pdf
- User-provided chart assets: /mnt/data/user-FAhH7XtF5WXDtlX3sTBpKssX/a925049b0f724cd5b2891c2f1cc9d8a4/mnt/data/f1_chart.png, /mnt/data/user-FAhH7XtF5WXDtlX3sTBpKssX/a925049b0f724cd5b2891c2f1cc9d8a4/mnt/data/feature_importance.png, /mnt/data/user-FAhH7XtF5WXDtlX3sTBpKssX/a925049b0f724cd5b2891c2f1cc9d8a4/mnt/data/FAANG_montage.png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report: /mnt/data/Final Project Report.pdf
- User-provided chart assets: /mnt/data/user-FAhH7XtF5WXDtlX3sTBpKssX/a925049b0f724cd5b2891c2f1cc9d8a4/mnt/data/f1_chart.png, /mnt/data/user-FAhH7XtF5WXDtlX3sTBpKssX/a925049b0f724cd5b2891c2f1cc9d8a4/mnt/data/feature_importance.png, /mnt/data/user-FAhH7XtF5WXDtlX3sTBpKssX/a925049b0f724cd5b2891c2f1cc9d8a4/mnt/data/FAANG_montage.png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report: /mnt/data/Final Project Report.pdf
- User-provided chart assets: /mnt/data/user-FAhH7XtF5WXDtlX3sTBpKssX/a925049b0f724cd5b2891c2f1cc9d8a4/mnt/data/f1_chart.png, /mnt/data/user-FAhH7XtF5WXDtlX3sTBpKssX/a925049b0f724cd5b2891c2f1cc9d8a4/mnt/data/feature_importance.png, /mnt/data/user-FAhH7XtF5WXDtlX3sTBpKssX/a925049b0f724cd5b2891c2f1cc9d8a4/mnt/data/FAANG_montage.png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report: /mnt/data/Final Project Report.pdf
- User-provided chart assets: /mnt/data/user-FAhH7XtF5WXDtlX3sTBpKssX/a925049b0f724cd5b2891c2f1cc9d8a4/mnt/data/f1_chart.png, /mnt/data/user-FAhH7XtF5WXDtlX3sTBpKssX/a925049b0f724cd5b2891c2f1cc9d8a4/mnt/data/feature_importance.png, /mnt/data/user-FAhH7XtF5WXDtlX3sTBpKssX/a925049b0f724cd5b2891c2f1cc9d8a4/mnt/data/FAANG_montage.png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report: /mnt/data/Final Project Report.pdf
- User-provided chart assets: /mnt/data/user-FAhH7XtF5WXDtlX3sTBpKssX/a925049b0f724cd5b2891c2f1cc9d8a4/mnt/data/f1_chart.png, /mnt/data/user-FAhH7XtF5WXDtlX3sTBpKssX/a925049b0f724cd5b2891c2f1cc9d8a4/mnt/data/feature_importance.png, /mnt/data/user-FAhH7XtF5WXDtlX3sTBpKssX/a925049b0f724cd5b2891c2f1cc9d8a4/mnt/data/FAANG_montage.png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report: /mnt/data/Final Project Report.pdf
- User-provided chart assets: /mnt/data/user-FAhH7XtF5WXDtlX3sTBpKssX/a925049b0f724cd5b2891c2f1cc9d8a4/mnt/data/f1_chart.png, /mnt/data/user-FAhH7XtF5WXDtlX3sTBpKssX/a925049b0f724cd5b2891c2f1cc9d8a4/mnt/data/feature_importance.png, /mnt/data/user-FAhH7XtF5WXDtlX3sTBpKssX/a925049b0f724cd5b2891c2f1cc9d8a4/mnt/data/FAANG_montage.png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FAANG Stock Direction Prediction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6473952"/>
            <a:ext cx="113385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64922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Final Project Summary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914400"/>
            <a:ext cx="576072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4173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Predicting Short-Term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FAANG Stock Price Movements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</a:rPr>
              <a:t>Simple summary deck based on the final project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45720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Goal: predict whether tomorrow's adjusted close will be higher than today's for FAANG stocks.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29260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Models compared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- Logistic Regression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- Random Forest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- Gradient Boosting</a:t>
            </a:r>
            <a:endParaRPr lang="en-US" sz="1500" dirty="0"/>
          </a:p>
        </p:txBody>
      </p:sp>
      <p:pic>
        <p:nvPicPr>
          <p:cNvPr id="7" name="Image 0" descr="/mnt/data/user-FAhH7XtF5WXDtlX3sTBpKssX/a925049b0f724cd5b2891c2f1cc9d8a4/mnt/data/FAANG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849407"/>
            <a:ext cx="4983480" cy="125062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Project Objective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What problem this project tries to solve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3035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</a:rPr>
              <a:t>Build a binary classification model to predict next-day stock direction for FAANG stocks.</a:t>
            </a:r>
            <a:pPr indent="0" marL="0">
              <a:buNone/>
            </a:pPr>
            <a:r>
              <a:rPr lang="en-US" sz="1900" dirty="0">
                <a:solidFill>
                  <a:srgbClr val="243447"/>
                </a:solidFill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</a:rPr>
              <a:t>Use daily market data and technical features such as returns, moving averages, volatility, spreads, and lagged returns.</a:t>
            </a:r>
            <a:pPr indent="0" marL="0">
              <a:buNone/>
            </a:pPr>
            <a:r>
              <a:rPr lang="en-US" sz="1900" dirty="0">
                <a:solidFill>
                  <a:srgbClr val="243447"/>
                </a:solidFill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</a:rPr>
              <a:t>Focus on practical model quality - especially recall and F1-score for "up" days - rather than expecting very high accuracy.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675120" y="1828800"/>
            <a:ext cx="4297680" cy="2468880"/>
          </a:xfrm>
          <a:prstGeom prst="roundRect">
            <a:avLst>
              <a:gd name="adj" fmla="val 2963"/>
            </a:avLst>
          </a:prstGeom>
          <a:solidFill>
            <a:srgbClr val="EAF2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Target Definition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2560320"/>
            <a:ext cx="32918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</a:rPr>
              <a:t>Target =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</a:rPr>
              <a:t>if tomorrow's adjusted close &gt; today's adjusted close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324D"/>
                </a:solidFill>
              </a:rPr>
              <a:t>Target = 0 otherwise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Data and Feature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Daily price data was transformed into short-horizon predictive features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9728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548640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Base data: Open, High, Low, Close, Adjusted Close, and Volume for FAANG stocks.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Returns: 1-day, 3-day, 5-day, and 10-day percentage returns.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Trend features: 7-day, 14-day, and 30-day moving averages.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Risk features: rolling volatility over 7, 14, and 30 days.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Short-term behavior: intraday spreads and lagged daily returns.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After sorting by Company and Date, rows without enough history were dropped.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720840" y="1828800"/>
            <a:ext cx="4434840" cy="3520440"/>
          </a:xfrm>
          <a:prstGeom prst="roundRect">
            <a:avLst>
              <a:gd name="adj" fmla="val 2078"/>
            </a:avLst>
          </a:prstGeom>
          <a:solidFill>
            <a:srgbClr val="F7F9FC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Examples of Engineered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0" y="2514600"/>
            <a:ext cx="34747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</a:rPr>
              <a:t>Return1, Return3, Return5, Return10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</a:rPr>
              <a:t>MA7, MA14, MA30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</a:rPr>
              <a:t>Volatility7, Volatility14, Volatility30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</a:rPr>
              <a:t>High_Low_Spread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</a:rPr>
              <a:t>Open_Close_Spread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43447"/>
                </a:solidFill>
              </a:rPr>
              <a:t>Lag1, Lag2, Lag3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Modeling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Time order was preserved to respect the nature of stock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9728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6400800" cy="4114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Train/test split: 70% training and 30% test with shuffle = False.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Logistic Regression used as a simple and interpretable baseline.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Random Forest used to capture non-linear patterns and interactions.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Gradient Boosting used as the strongest tabular model candidate.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StandardScaler applied to price-level and spread features for Logistic Regression only.</a:t>
            </a:r>
            <a:pPr indent="0" marL="0">
              <a:buNone/>
            </a:pPr>
            <a:r>
              <a:rPr lang="en-US" sz="1700" dirty="0">
                <a:solidFill>
                  <a:srgbClr val="243447"/>
                </a:solidFill>
              </a:rPr>
              <a:t>
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</a:rPr>
              <a:t>Evaluation metrics: accuracy, precision, recall, and F1-score.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18120" y="1828800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EAF2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Why this setup?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2560320"/>
            <a:ext cx="2103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Keeping time order helps avoid leakage.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Comparing linear and tree-based models makes it easier to explain trade-offs between simplicity and performance.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Gradient Boosting delivered the best F1-score among the tested models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5" name="Image 0" descr="/mnt/data/user-FAhH7XtF5WXDtlX3sTBpKssX/a925049b0f724cd5b2891c2f1cc9d8a4/mnt/data/f1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6560" y="1737360"/>
            <a:ext cx="33020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663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Test-set summary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4983480"/>
            <a:ext cx="4663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Logistic Regression: Accuracy ~0.51, F1 ~0.59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Random Forest: Accuracy ~0.52, F1 ~0.58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</a:rPr>
              <a:t>Gradient Boosting: Accuracy ~0.52, F1 ~0.62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5080" y="132588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pic>
        <p:nvPicPr>
          <p:cNvPr id="9" name="Image 1" descr="/mnt/data/user-FAhH7XtF5WXDtlX3sTBpKssX/a925049b0f724cd5b2891c2f1cc9d8a4/mnt/data/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106" y="1691640"/>
            <a:ext cx="4220308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4663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Key takeaway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29400" y="4956048"/>
            <a:ext cx="45720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The most influential features were short-term signals such as Lag1, Return1, Return5, spreads, and MA7. This suggests momentum and volatility matter more than raw price level for daily direction.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Recommendations and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3"/>
                </a:solidFill>
              </a:rPr>
              <a:t>How this model can be used more realistically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09728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66928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</a:rPr>
              <a:t>Use Gradient Boosting as a ranking tool rather than a guaranteed trading signal.</a:t>
            </a:r>
            <a:pPr indent="0" marL="0">
              <a:buNone/>
            </a:pPr>
            <a:r>
              <a:rPr lang="en-US" sz="1900" dirty="0">
                <a:solidFill>
                  <a:srgbClr val="243447"/>
                </a:solidFill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</a:rPr>
              <a:t>Combine model output with risk controls, stop-loss logic, and transaction-cost thresholds.</a:t>
            </a:r>
            <a:pPr indent="0" marL="0">
              <a:buNone/>
            </a:pPr>
            <a:r>
              <a:rPr lang="en-US" sz="1900" dirty="0">
                <a:solidFill>
                  <a:srgbClr val="243447"/>
                </a:solidFill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</a:rPr>
              <a:t>Retrain regularly using a rolling window so the model can adapt to changing market regimes.</a:t>
            </a:r>
            <a:pPr indent="0" marL="0">
              <a:buNone/>
            </a:pPr>
            <a:r>
              <a:rPr lang="en-US" sz="1900" dirty="0">
                <a:solidFill>
                  <a:srgbClr val="243447"/>
                </a:solidFill>
              </a:rPr>
              <a:t>
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243447"/>
                </a:solidFill>
              </a:rPr>
              <a:t>Future work: probability calibration, backtesting with trading rules, and more robust time-series validation.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95160" y="182880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AF2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Bottom 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2606040"/>
            <a:ext cx="31546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324D"/>
                </a:solidFill>
              </a:rPr>
              <a:t>The project shows that even with noisy stock data, a carefully designed feature set plus Gradient Boosting can provide a modest but useful edge for identifying likely "up" days.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Short-Term FAANG Stock Price Movements</dc:title>
  <dc:subject>FAANG stock prediction project</dc:subject>
  <dc:creator>OpenAI</dc:creator>
  <cp:lastModifiedBy>OpenAI</cp:lastModifiedBy>
  <cp:revision>1</cp:revision>
  <dcterms:created xsi:type="dcterms:W3CDTF">2026-03-30T04:03:32Z</dcterms:created>
  <dcterms:modified xsi:type="dcterms:W3CDTF">2026-03-30T04:03:32Z</dcterms:modified>
</cp:coreProperties>
</file>